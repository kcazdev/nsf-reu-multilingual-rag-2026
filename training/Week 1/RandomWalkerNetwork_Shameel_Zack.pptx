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04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12 slides answering all five core project questions backed by real simulation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random undirected graph: N nodes, C randomly placed edges. No self-loops.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Adjacency matrix: NxN, 2C ones total for an undirected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time = steps until every node visited. The graph must be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direct answer: how long does it take? For small sparse graphs the cover time is tens of steps; it grows roughly as N-squared as graphs get bigger. The smart walker cuts this to O(N log N) — and the advantage grows as N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Q2: the graph must be connected. Disconnected = infinite cover time. C &gt;= 2N is a safe practical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edges = lower cover time, steeply at first then diminishing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time grows ~N². Doubling N quadruples the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value = N-1. Below: infinite cover time. Above: rapid gains then diminishing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walker: prefer unvisited neighbors. 3.6x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Q&amp;As on one slide for quick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clean modular functions following Sayama Chapter 15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findings map to the four project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3474720"/>
            <a:ext cx="1828800" cy="1828800"/>
          </a:xfrm>
          <a:prstGeom prst="ellipse">
            <a:avLst/>
          </a:prstGeom>
          <a:solidFill>
            <a:srgbClr val="F7258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Walker on a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Network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REU  ·  Graphs &amp; Networks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57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Question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3557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557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NetworkX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3557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test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Random 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  ·  C edges  ·  Undirected  ·  No self-loops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85039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44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possible edges for N nodes: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C_max = N(N–1)/2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37560" y="4544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for connected graph: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C_min = N – 1  (spanning tree)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0" y="4544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self-loops or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edges allowed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the Graph: Adjacency Matrix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2628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0352" y="45354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A[i][j] = 1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nodes i and j are connected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337560" y="452628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10712" y="45354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A[i][j] = 0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edge exists between i and j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452628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91072" y="45354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C ones total  </a:t>
            </a: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appears twice (symmetric matrix)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Random Walk Works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777240"/>
            <a:ext cx="448056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85953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11480" y="859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8680" y="8229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 random node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335024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335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1298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neighbors in adjacency matrix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81051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177393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to one random neighbor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28600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2286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224942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node as visited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2761488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2761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27249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nodes visited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323697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3200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total steps = cover time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3749040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1A0A2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37856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Prerequisite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" y="41239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must be </a:t>
            </a: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r>
              <a:rPr lang="en-US" sz="11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node reachable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every other node.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— Average Visiting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0" y="201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IT TAKE?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914400"/>
            <a:ext cx="2478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N=10, C=20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44168"/>
            <a:ext cx="2057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" y="3108960"/>
            <a:ext cx="2295144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3108960"/>
            <a:ext cx="2295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~13  (3.1×)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3260" y="777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2988" y="914400"/>
            <a:ext cx="2478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N=20, C=60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3300" y="1344168"/>
            <a:ext cx="2057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2988" y="14630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4700" y="17373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~102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3314700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4428" y="3108960"/>
            <a:ext cx="2295144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4428" y="3108960"/>
            <a:ext cx="2295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~25  (4.1×)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914400"/>
            <a:ext cx="2478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N=30, C=90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1344168"/>
            <a:ext cx="2057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14630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~230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27648" y="3108960"/>
            <a:ext cx="2295144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27648" y="3108960"/>
            <a:ext cx="2295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~47  (4.9×)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0A1E38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133088"/>
            <a:ext cx="8138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 scales as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random walker and </a:t>
            </a: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smart walker — and the gap widens with 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— Network Prerequisites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92240" y="201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NETWORK SATISFY?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5760720" cy="2578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C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172200" y="74980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63640" y="950976"/>
            <a:ext cx="347472" cy="347472"/>
          </a:xfrm>
          <a:prstGeom prst="ellipse">
            <a:avLst/>
          </a:prstGeom>
          <a:solidFill>
            <a:srgbClr val="3A00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63640" y="950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93408" y="8046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 required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93408" y="10789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component is isolated, the walker is permanently trapped and can never visit all nodes.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166420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865376"/>
            <a:ext cx="347472" cy="347472"/>
          </a:xfrm>
          <a:prstGeom prst="ellipse">
            <a:avLst/>
          </a:prstGeom>
          <a:solidFill>
            <a:srgbClr val="00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3640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93408" y="17190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93408" y="1993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random edges causes a sharp jump: below a critical density graphs are mostly disconnected; above it, mostly connected.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257860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63640" y="2779776"/>
            <a:ext cx="347472" cy="347472"/>
          </a:xfrm>
          <a:prstGeom prst="ellipse">
            <a:avLst/>
          </a:prstGeom>
          <a:solidFill>
            <a:srgbClr val="00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93408" y="26334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93408" y="29077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 ≥ 2N edges for reliable connectivity — well above the theoretical minimum.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438144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0A1E38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345643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 </a:t>
            </a: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must be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node reachable from every other node.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1: Effect of Edge Count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nodes fixed  ·  300 trials per C value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05156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55080" y="11064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graphs (C near N-1)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41732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 spikes to 318 steps — walker constantly retraces paths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219456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55080" y="22494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graphs (C near C_max)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256032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 drops to ~65 steps — many shortcuts, fast coverage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333756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5080" y="33924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370332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shrink as C grows: adding edges past C ≈ 80 gives little benefit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446227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3A0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448056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C = N−1 = 19 (min connected)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2: Effect of Graph Size 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3N (sparse but connected)  ·  300 trials per N value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097280"/>
            <a:ext cx="73152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3640" y="10972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95160" y="1097280"/>
            <a:ext cx="73152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95160" y="10972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1097280"/>
            <a:ext cx="100584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0" y="109728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536192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63640" y="15361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95160" y="1536192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95160" y="15361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26680" y="1536192"/>
            <a:ext cx="10058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26680" y="15361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1975104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197510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95160" y="1975104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95160" y="197510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26680" y="1975104"/>
            <a:ext cx="10058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26680" y="197510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2414016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63640" y="24140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95160" y="2414016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995160" y="24140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26680" y="2414016"/>
            <a:ext cx="10058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26680" y="241401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63640" y="2852928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63640" y="28529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95160" y="2852928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95160" y="28529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26680" y="2852928"/>
            <a:ext cx="10058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726680" y="28529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63640" y="3291840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63640" y="329184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95160" y="3291840"/>
            <a:ext cx="7315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995160" y="329184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726680" y="3291840"/>
            <a:ext cx="10058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726680" y="329184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63640" y="3913632"/>
            <a:ext cx="2697480" cy="1115568"/>
          </a:xfrm>
          <a:prstGeom prst="roundRect">
            <a:avLst>
              <a:gd name="adj" fmla="val 73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355080" y="39593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355080" y="425196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 grows roughly </a:t>
            </a:r>
            <a:r>
              <a:rPr lang="en-US" sz="10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(yellow dashed reference curve).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N ≈ quadruples the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 of C: When Does Coverage Become Possible?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3A001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&lt; N−1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stuck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371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108960" y="8686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A2A1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960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N−1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(Spanning Tree)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connected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cover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371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06440" y="8686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0A2A3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960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≫  N−1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9788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connected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coverage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1965960" cy="1444752"/>
          </a:xfrm>
          <a:prstGeom prst="roundRect">
            <a:avLst>
              <a:gd name="adj" fmla="val 569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602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Limit: C_min = N − 1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396849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 threshold the graph is disconnected and cover time is mathematically infinite.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3566160"/>
            <a:ext cx="1965960" cy="1444752"/>
          </a:xfrm>
          <a:prstGeom prst="roundRect">
            <a:avLst>
              <a:gd name="adj" fmla="val 569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9464" y="3602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 = N − 1 (Spanning Tree)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9464" y="396849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 barely connected. One bridge removal breaks it. Cover time is extremely long.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81144" y="3566160"/>
            <a:ext cx="1965960" cy="1444752"/>
          </a:xfrm>
          <a:prstGeom prst="roundRect">
            <a:avLst>
              <a:gd name="adj" fmla="val 569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4296" y="3602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improvement: N−1 &lt; C &lt; 3N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54296" y="396849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edge creates new paths. Cover time drops steeply — highest return per edge.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65976" y="3566160"/>
            <a:ext cx="1965960" cy="1444752"/>
          </a:xfrm>
          <a:prstGeom prst="roundRect">
            <a:avLst>
              <a:gd name="adj" fmla="val 569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39128" y="3602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E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returns: C &gt; 4N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9128" y="396849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is already well connected. Extra edges provide marginal speed improvement.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the Walker: Memory-Guided Strategy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804672"/>
            <a:ext cx="123444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626864" y="804672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06440" y="804672"/>
            <a:ext cx="141732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61304" y="804672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23760" y="804672"/>
            <a:ext cx="1417320" cy="402336"/>
          </a:xfrm>
          <a:prstGeom prst="rect">
            <a:avLst/>
          </a:prstGeom>
          <a:solidFill>
            <a:srgbClr val="0A2A4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78624" y="804672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Walker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243584"/>
            <a:ext cx="123444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26864" y="1243584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1243584"/>
            <a:ext cx="141732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61304" y="1243584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neighbor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23760" y="1243584"/>
            <a:ext cx="141732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78624" y="1243584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unvisited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1682496"/>
            <a:ext cx="12344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26864" y="1682496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06440" y="1682496"/>
            <a:ext cx="14173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61304" y="1682496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23760" y="1682496"/>
            <a:ext cx="14173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278624" y="1682496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visited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2121408"/>
            <a:ext cx="123444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26864" y="2121408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06440" y="2121408"/>
            <a:ext cx="141732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61304" y="2121408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23760" y="2121408"/>
            <a:ext cx="1417320" cy="402336"/>
          </a:xfrm>
          <a:prstGeom prst="rect">
            <a:avLst/>
          </a:prstGeom>
          <a:solidFill>
            <a:srgbClr val="16304E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278624" y="2121408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0" y="2560320"/>
            <a:ext cx="123444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26864" y="2560320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806440" y="2560320"/>
            <a:ext cx="14173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61304" y="2560320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23760" y="2560320"/>
            <a:ext cx="14173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278624" y="2560320"/>
            <a:ext cx="1307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3.6× faster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0" y="2999232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663440" y="30449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Walker Logic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663440" y="3401568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unvisited = [n for n in neighbors
         if n not in visited]
</a:t>
            </a:r>
            <a:r>
              <a:rPr lang="en-US" sz="1100" dirty="0">
                <a:solidFill>
                  <a:srgbClr val="F72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00" dirty="0">
                <a:solidFill>
                  <a:srgbClr val="D0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unvisited: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hop to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random(unvisited)
</a:t>
            </a:r>
            <a:r>
              <a:rPr lang="en-US" sz="1100" dirty="0">
                <a:solidFill>
                  <a:srgbClr val="F72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D0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hop to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random(all neighbors)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All Questions Answered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95528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8503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visit every node?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1795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N=10,C=20: ~40 steps random / ~13 smart. Scales as O(N²) vs O(N log N).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55064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prerequisite must the network satisfy?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391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must be connected (C ≥ N−1). Disconnected graphs have infinite cover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5694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cover time scale with N and C?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~N² as N increases (fixed density). Decreases as C increases (more edges = faster).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374136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E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290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E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C is lowered? Critical?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75818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time rises sharply. Critical: C = N−1 (spanning tree). Below this: impossible.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233672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288536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2885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walker efficiency?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walker: prioritize unvisited neighbors. 3.6× faster (277 → 76 steps).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NetworkX  ·  Follows Sayama Chapter 15 Style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97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3544" y="108813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create_random_graph()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138074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 + C random edges, no self-loops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3544" y="186537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create_connected_graph()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" y="215798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until nx.is_connected() = True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75234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52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" y="264261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show_graph()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3544" y="293522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spring layout visualization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3832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52958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29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" y="341985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show_adjacency_matrix()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" y="371246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nx.to_numpy_array() — shows 2C total 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430682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" y="419709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random_walk_cover_time()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" y="448970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pure random walker; returns steps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51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119786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197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21224" y="108813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smart_walk_cover_time()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21224" y="138074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unvisited neighbors; falls back to random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828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197510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975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21224" y="186537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average_cover_time()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21224" y="215798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 trials, returns mean and std deviation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6060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275234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752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21224" y="264261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experiment_vary_C()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21224" y="293522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N, sweeps C values, plots error-bar 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3832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352958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3529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21224" y="341985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experiment_vary_N()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221224" y="371246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k·N, sweeps N values, plots scaling curve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1605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430682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060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21224" y="419709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experiment_compare_walkers()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21224" y="448970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random vs smart walker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457200"/>
            <a:ext cx="2560320" cy="2560320"/>
          </a:xfrm>
          <a:prstGeom prst="ellipse">
            <a:avLst/>
          </a:prstGeom>
          <a:solidFill>
            <a:srgbClr val="F7258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Walkers Reveal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Structure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Connectivity is essential — no coverage below C = N−1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23774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0328" y="2377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More edges → lower cover time (sharply at first)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303580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Larger graphs → much longer cover time (~N² scaling)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3035808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303580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Memory (smart walker) gives 3.6× speedup over pure random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NetworkX · Sayama Ch. 15 Style · PSU REU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Microsoft Office PowerPoint</Application>
  <PresentationFormat>On-screen Show (16:9)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Walker on a Random Network</dc:title>
  <dc:subject>PptxGenJS Presentation</dc:subject>
  <dc:creator>Kcaz</dc:creator>
  <cp:lastModifiedBy>Zackery Lake</cp:lastModifiedBy>
  <cp:revision>1</cp:revision>
  <dcterms:created xsi:type="dcterms:W3CDTF">2026-06-11T23:30:11Z</dcterms:created>
  <dcterms:modified xsi:type="dcterms:W3CDTF">2026-06-11T23:31:52Z</dcterms:modified>
</cp:coreProperties>
</file>